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est/Documents/demo/docs/workadjust/fly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test-Documents-demo/4c603859-4471-4716-97a5-53090a99c532/scratchpad/archdx_page.pd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作業間調整pro チラシ（JAPANBUILD2026）</dc:title>
  <dc:subject>PptxGenJS Presentation</dc:subject>
  <dc:creator>Arch</dc:creator>
  <cp:lastModifiedBy>Arch</cp:lastModifiedBy>
  <cp:revision>1</cp:revision>
  <dcterms:created xsi:type="dcterms:W3CDTF">2026-08-25T08:35:48Z</dcterms:created>
  <dcterms:modified xsi:type="dcterms:W3CDTF">2026-08-25T08:35:48Z</dcterms:modified>
</cp:coreProperties>
</file>